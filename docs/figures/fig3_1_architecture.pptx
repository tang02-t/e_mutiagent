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9728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45"/>
  </p:normalViewPr>
  <p:slideViewPr>
    <p:cSldViewPr snapToGrid="0" snapToObjects="1">
      <p:cViewPr varScale="1">
        <p:scale>
          <a:sx n="118" d="100"/>
          <a:sy n="118" d="100"/>
        </p:scale>
        <p:origin x="100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65760" y="521208"/>
            <a:ext cx="10241280" cy="1188720"/>
          </a:xfrm>
          <a:prstGeom prst="roundRect">
            <a:avLst/>
          </a:prstGeom>
          <a:solidFill>
            <a:srgbClr val="F2F6FB"/>
          </a:solidFill>
          <a:ln w="15875">
            <a:solidFill>
              <a:srgbClr val="9DB4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594359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>
                <a:solidFill>
                  <a:srgbClr val="1F3A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编排层</a:t>
            </a:r>
            <a:endParaRPr sz="1100" b="1" dirty="0">
              <a:solidFill>
                <a:srgbClr val="1F3A5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2286000"/>
            <a:ext cx="10241280" cy="1828800"/>
          </a:xfrm>
          <a:prstGeom prst="roundRect">
            <a:avLst/>
          </a:prstGeom>
          <a:solidFill>
            <a:srgbClr val="F4FBF6"/>
          </a:solidFill>
          <a:ln w="15875">
            <a:solidFill>
              <a:srgbClr val="8FC0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74892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100" b="1">
                <a:solidFill>
                  <a:srgbClr val="2E7D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智能体层</a:t>
            </a:r>
            <a:endParaRPr sz="1100" b="1" dirty="0">
              <a:solidFill>
                <a:srgbClr val="2E7D5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4663440"/>
            <a:ext cx="10241280" cy="1737360"/>
          </a:xfrm>
          <a:prstGeom prst="roundRect">
            <a:avLst/>
          </a:prstGeom>
          <a:solidFill>
            <a:srgbClr val="FDF7F0"/>
          </a:solidFill>
          <a:ln w="15875">
            <a:solidFill>
              <a:srgbClr val="D2A6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4709159"/>
            <a:ext cx="6078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B5651D"/>
                </a:solidFill>
                <a:latin typeface="微软雅黑"/>
              </a:rPr>
              <a:t>工具层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795528"/>
            <a:ext cx="5486400" cy="640080"/>
          </a:xfrm>
          <a:prstGeom prst="roundRect">
            <a:avLst/>
          </a:prstGeom>
          <a:solidFill>
            <a:srgbClr val="DCE6F1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00" b="1" dirty="0">
                <a:solidFill>
                  <a:srgbClr val="1A1A1A"/>
                </a:solidFill>
                <a:latin typeface="微软雅黑"/>
              </a:rPr>
              <a:t>LangGraph 图式编排</a:t>
            </a:r>
          </a:p>
          <a:p>
            <a:pPr algn="ctr"/>
            <a:r>
              <a:rPr sz="950" b="1" dirty="0">
                <a:solidFill>
                  <a:srgbClr val="1A1A1A"/>
                </a:solidFill>
                <a:latin typeface="微软雅黑"/>
              </a:rPr>
              <a:t>有向状态图 / 条件路由 / 共享状态 AgentState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2011680" cy="914400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2E7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00" b="1" dirty="0">
                <a:solidFill>
                  <a:srgbClr val="1A1A1A"/>
                </a:solidFill>
                <a:latin typeface="微软雅黑"/>
              </a:rPr>
              <a:t>Planner</a:t>
            </a:r>
          </a:p>
          <a:p>
            <a:pPr algn="ctr"/>
            <a:r>
              <a:rPr sz="950" b="1" dirty="0">
                <a:solidFill>
                  <a:srgbClr val="1A1A1A"/>
                </a:solidFill>
                <a:latin typeface="微软雅黑"/>
              </a:rPr>
              <a:t>意图分析</a:t>
            </a:r>
            <a:r>
              <a:rPr lang="en-US" altLang="zh-CN" sz="950" b="1" dirty="0">
                <a:solidFill>
                  <a:srgbClr val="1A1A1A"/>
                </a:solidFill>
                <a:latin typeface="微软雅黑"/>
              </a:rPr>
              <a:t>+</a:t>
            </a:r>
            <a:r>
              <a:rPr sz="950" b="1" dirty="0">
                <a:solidFill>
                  <a:srgbClr val="1A1A1A"/>
                </a:solidFill>
                <a:latin typeface="微软雅黑"/>
              </a:rPr>
              <a:t>任务分解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834640"/>
            <a:ext cx="2011680" cy="914400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2E7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00" b="1" dirty="0">
                <a:solidFill>
                  <a:srgbClr val="1A1A1A"/>
                </a:solidFill>
                <a:latin typeface="微软雅黑"/>
              </a:rPr>
              <a:t>Retriever</a:t>
            </a:r>
          </a:p>
          <a:p>
            <a:pPr algn="ctr"/>
            <a:r>
              <a:rPr sz="950" b="1" dirty="0">
                <a:solidFill>
                  <a:srgbClr val="1A1A1A"/>
                </a:solidFill>
                <a:latin typeface="微软雅黑"/>
              </a:rPr>
              <a:t>工具调度(并行/串行)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834640"/>
            <a:ext cx="2011680" cy="914400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2E7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00" b="1" dirty="0">
                <a:solidFill>
                  <a:srgbClr val="1A1A1A"/>
                </a:solidFill>
                <a:latin typeface="微软雅黑"/>
              </a:rPr>
              <a:t>Generator</a:t>
            </a:r>
          </a:p>
          <a:p>
            <a:pPr algn="ctr"/>
            <a:r>
              <a:rPr sz="950" b="1" dirty="0">
                <a:solidFill>
                  <a:srgbClr val="1A1A1A"/>
                </a:solidFill>
                <a:latin typeface="微软雅黑"/>
              </a:rPr>
              <a:t>诊断结论生成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834640"/>
            <a:ext cx="2011680" cy="914400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2E7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00" b="1" dirty="0">
                <a:solidFill>
                  <a:srgbClr val="1A1A1A"/>
                </a:solidFill>
                <a:latin typeface="微软雅黑"/>
              </a:rPr>
              <a:t>Validator</a:t>
            </a:r>
          </a:p>
          <a:p>
            <a:pPr algn="ctr"/>
            <a:r>
              <a:rPr sz="950" b="1" dirty="0">
                <a:solidFill>
                  <a:srgbClr val="1A1A1A"/>
                </a:solidFill>
                <a:latin typeface="微软雅黑"/>
              </a:rPr>
              <a:t>质量验证+路由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2011680" cy="822960"/>
          </a:xfrm>
          <a:prstGeom prst="roundRect">
            <a:avLst/>
          </a:prstGeom>
          <a:solidFill>
            <a:srgbClr val="FCE5CD"/>
          </a:solidFill>
          <a:ln w="19050">
            <a:solidFill>
              <a:srgbClr val="B56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400" b="1" dirty="0">
                <a:solidFill>
                  <a:srgbClr val="1A1A1A"/>
                </a:solidFill>
                <a:latin typeface="微软雅黑"/>
              </a:rPr>
              <a:t>RAG知识检索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5120640"/>
            <a:ext cx="2011680" cy="822960"/>
          </a:xfrm>
          <a:prstGeom prst="roundRect">
            <a:avLst/>
          </a:prstGeom>
          <a:solidFill>
            <a:srgbClr val="FCE5CD"/>
          </a:solidFill>
          <a:ln w="19050">
            <a:solidFill>
              <a:srgbClr val="B56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400" b="1" dirty="0">
                <a:solidFill>
                  <a:srgbClr val="1A1A1A"/>
                </a:solidFill>
                <a:latin typeface="微软雅黑"/>
              </a:rPr>
              <a:t>贝叶斯故障归因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5120640"/>
            <a:ext cx="2011680" cy="822960"/>
          </a:xfrm>
          <a:prstGeom prst="roundRect">
            <a:avLst/>
          </a:prstGeom>
          <a:solidFill>
            <a:srgbClr val="FCE5CD"/>
          </a:solidFill>
          <a:ln w="19050">
            <a:solidFill>
              <a:srgbClr val="B56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400" b="1" dirty="0">
                <a:solidFill>
                  <a:srgbClr val="1A1A1A"/>
                </a:solidFill>
                <a:latin typeface="微软雅黑"/>
              </a:rPr>
              <a:t>ETT油温预测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5120640"/>
            <a:ext cx="2011680" cy="822960"/>
          </a:xfrm>
          <a:prstGeom prst="roundRect">
            <a:avLst/>
          </a:prstGeom>
          <a:solidFill>
            <a:srgbClr val="FCE5CD"/>
          </a:solidFill>
          <a:ln w="19050">
            <a:solidFill>
              <a:srgbClr val="B56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400" b="1" dirty="0">
                <a:solidFill>
                  <a:srgbClr val="1A1A1A"/>
                </a:solidFill>
                <a:latin typeface="微软雅黑"/>
              </a:rPr>
              <a:t>时序异常检测</a:t>
            </a:r>
          </a:p>
        </p:txBody>
      </p:sp>
      <p:cxnSp>
        <p:nvCxnSpPr>
          <p:cNvPr id="18" name="Connector 17"/>
          <p:cNvCxnSpPr>
            <a:cxnSpLocks/>
            <a:stCxn id="3" idx="2"/>
            <a:endCxn id="5" idx="0"/>
          </p:cNvCxnSpPr>
          <p:nvPr/>
        </p:nvCxnSpPr>
        <p:spPr>
          <a:xfrm>
            <a:off x="5486400" y="1709928"/>
            <a:ext cx="0" cy="576072"/>
          </a:xfrm>
          <a:prstGeom prst="line">
            <a:avLst/>
          </a:prstGeom>
          <a:ln w="508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43200" y="3291840"/>
            <a:ext cx="548640" cy="0"/>
          </a:xfrm>
          <a:prstGeom prst="line">
            <a:avLst/>
          </a:prstGeom>
          <a:ln w="19050">
            <a:solidFill>
              <a:srgbClr val="2E7D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03520" y="3291840"/>
            <a:ext cx="548640" cy="0"/>
          </a:xfrm>
          <a:prstGeom prst="line">
            <a:avLst/>
          </a:prstGeom>
          <a:ln w="19050">
            <a:solidFill>
              <a:srgbClr val="2E7D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3291840"/>
            <a:ext cx="548640" cy="0"/>
          </a:xfrm>
          <a:prstGeom prst="line">
            <a:avLst/>
          </a:prstGeom>
          <a:ln w="19050">
            <a:solidFill>
              <a:srgbClr val="2E7D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418319" y="3749039"/>
            <a:ext cx="0" cy="201168"/>
          </a:xfrm>
          <a:prstGeom prst="line">
            <a:avLst/>
          </a:prstGeom>
          <a:ln w="19050">
            <a:solidFill>
              <a:srgbClr val="2E7D5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858000" y="3968495"/>
            <a:ext cx="2560319" cy="0"/>
          </a:xfrm>
          <a:prstGeom prst="line">
            <a:avLst/>
          </a:prstGeom>
          <a:ln w="19050">
            <a:solidFill>
              <a:srgbClr val="2E7D5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858000" y="3749039"/>
            <a:ext cx="0" cy="201168"/>
          </a:xfrm>
          <a:prstGeom prst="line">
            <a:avLst/>
          </a:prstGeom>
          <a:ln w="19050">
            <a:solidFill>
              <a:srgbClr val="2E7D5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589519" y="3760360"/>
            <a:ext cx="99097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 dirty="0">
                <a:solidFill>
                  <a:srgbClr val="2E7D54"/>
                </a:solidFill>
                <a:latin typeface="微软雅黑"/>
              </a:rPr>
              <a:t>REVISION </a:t>
            </a:r>
            <a:r>
              <a:rPr lang="zh-CN" altLang="en-US" sz="900" i="1">
                <a:solidFill>
                  <a:srgbClr val="2E7D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迭代</a:t>
            </a:r>
            <a:endParaRPr sz="900" i="1" dirty="0">
              <a:solidFill>
                <a:srgbClr val="2E7D5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 flipH="1">
            <a:off x="1737360" y="3749039"/>
            <a:ext cx="2560320" cy="1371601"/>
          </a:xfrm>
          <a:prstGeom prst="line">
            <a:avLst/>
          </a:prstGeom>
          <a:ln w="15240">
            <a:solidFill>
              <a:srgbClr val="B565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297680" y="3749039"/>
            <a:ext cx="0" cy="1371601"/>
          </a:xfrm>
          <a:prstGeom prst="line">
            <a:avLst/>
          </a:prstGeom>
          <a:ln w="15240">
            <a:solidFill>
              <a:srgbClr val="B565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297680" y="3749039"/>
            <a:ext cx="2560320" cy="1371601"/>
          </a:xfrm>
          <a:prstGeom prst="line">
            <a:avLst/>
          </a:prstGeom>
          <a:ln w="15240">
            <a:solidFill>
              <a:srgbClr val="B565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297680" y="3749039"/>
            <a:ext cx="5120639" cy="1371601"/>
          </a:xfrm>
          <a:prstGeom prst="line">
            <a:avLst/>
          </a:prstGeom>
          <a:ln w="15240">
            <a:solidFill>
              <a:srgbClr val="B565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</TotalTime>
  <Words>40</Words>
  <Application>Microsoft Macintosh PowerPoint</Application>
  <PresentationFormat>自定义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微软雅黑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T204385</cp:lastModifiedBy>
  <cp:revision>5</cp:revision>
  <dcterms:created xsi:type="dcterms:W3CDTF">2013-01-27T09:14:16Z</dcterms:created>
  <dcterms:modified xsi:type="dcterms:W3CDTF">2026-06-24T02:19:13Z</dcterms:modified>
  <cp:category/>
</cp:coreProperties>
</file>