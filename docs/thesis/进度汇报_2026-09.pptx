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基础设施与基线</c:v>
                  </c:pt>
                  <c:pt idx="1">
                    <c:v>B 主线一 主动规划</c:v>
                  </c:pt>
                  <c:pt idx="2">
                    <c:v>C 主线二 声明级验证</c:v>
                  </c:pt>
                  <c:pt idx="3">
                    <c:v>D 主线三 DPO Planner</c:v>
                  </c:pt>
                  <c:pt idx="4">
                    <c:v>E 系统级增量评测</c:v>
                  </c:pt>
                  <c:pt idx="5">
                    <c:v>F 成果固化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28</c:v>
                </c:pt>
                <c:pt idx="2">
                  <c:v>22</c:v>
                </c:pt>
                <c:pt idx="3">
                  <c:v>7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未完成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基础设施与基线</c:v>
                  </c:pt>
                  <c:pt idx="1">
                    <c:v>B 主线一 主动规划</c:v>
                  </c:pt>
                  <c:pt idx="2">
                    <c:v>C 主线二 声明级验证</c:v>
                  </c:pt>
                  <c:pt idx="3">
                    <c:v>D 主线三 DPO Planner</c:v>
                  </c:pt>
                  <c:pt idx="4">
                    <c:v>E 系统级增量评测</c:v>
                  </c:pt>
                  <c:pt idx="5">
                    <c:v>F 成果固化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0</c:v>
                </c:pt>
                <c:pt idx="2">
                  <c:v>1</c:v>
                </c:pt>
                <c:pt idx="3">
                  <c:v>15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D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硕士学位论文 · 阶段进度汇报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证据可信的变压器故障诊断多智能体系统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中期答辩之后：主动规划 · 声明级验证 · 偏好优化 Planner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7498080" cy="8229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0632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计划完成度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 / 113</a:t>
            </a:r>
            <a:pPr indent="0" marL="0">
              <a:buNone/>
            </a:pPr>
            <a:r>
              <a:rPr lang="en-US" sz="12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三条主线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条已验收 · 1 条待训练</a:t>
            </a:r>
            <a:pPr indent="0" marL="0">
              <a:buNone/>
            </a:pPr>
            <a:r>
              <a:rPr lang="en-US" sz="12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回归测试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608 项通过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 · 中期答辩（2026-06）后第一次进度汇报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从中期答辩到现在：叙事升级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中期答辩（2026-06）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主题：多智能体协作 + 质量闭环的诊断范式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五智能体 LangGraph 编排，工具三件套（归因 / 检索 / 时序）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Top-1 37.9%，CPT 为人工近似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检索用合成语料，评测用模拟数据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端到端只验证了连通率 100%，无真实诊断数字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 整体打分，结论逐句无法核对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承诺创新点：范式 / 规则-概率融合 / 三位一体证据融合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548640" cy="457200"/>
          </a:xfrm>
          <a:prstGeom prst="righ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51560"/>
            <a:ext cx="39319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051560"/>
            <a:ext cx="39319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现在（2026-09，v2）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600200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主题：证据可信的诊断智能体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问题不再是「能不能诊断」，而是「过程和结论可信吗」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主线一：不确定时该问什么（EIG 主动规划）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主线二：每句结论有没有证据（声明级核查 + 补证）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主线三：用验证信号训 Planner（DPO 偏好优化）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评测改为五级增量模式，逐级分离每条主线贡献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工程基座（知识库 / 图谱 / 反思）降为支撑，不作论文贡献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中期提出的不足与计划，逐项回应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中期指出的不足 / 计划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本阶段做了什么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CPT 为人工近似，Top-1 37.9% 待提升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引入 5143 条真实 DGA，极大似然 + 5 折校准；Top-1 0.635 → 0.665，ECE 0.101 → 0.055；支持「未检测」负观测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时序模块简化，未接真实数据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 ETT 公开油温数据集（CC BY-ND 4.0），滑窗回归 + 3σ；定位为工具调用行为研究，不追求预测 SOTA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完成（降级）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端到端受 LLM 配额限制未评测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 196 条端到端评测集 D10 + Oracle 上界 97.4%；跑出 mode2 基线 46.0% 与 Planner 7 指标；正式五级评测待 LLM 费用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计划：Milvus 向量知识库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改为离线 BM25 两路 RRF（182 篇 / 5404 块），删除 Milvus 路线；稠密向量明确不做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计划：与传统方法 / 单一 LLM 对比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对照改为系统内部能力开关（五级模式）+ 通用方法基线（固定顺序问询、v1 Validator、M0 基座）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已定义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计划：LSTM / Transformer 油温预测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砍掉：与「证据可信」主叙事无关，登记于计划附录 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砍掉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总体进展：计划 113 项，完成 79 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52160" y="1005840"/>
            <a:ext cx="2834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00584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0972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B、C 两条主线提前完成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1463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B 至 10-30、C 至 11-13 结束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09-16 全部验收，提前约 8 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2240280"/>
            <a:ext cx="2834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240280"/>
            <a:ext cx="64008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331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主线三是当前瓶颈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2697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脚本、数据、请求体全部就绪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项训练 / 部署 / 评测等百炼账号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0" y="3474720"/>
            <a:ext cx="2834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3474720"/>
            <a:ext cx="64008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35661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 34 项按资源分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百炼 15 · LLM 费用 8 · 人工 7 · 收尾 4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无一项被代码阻塞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工程基座与数据（全部换真）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5143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DGA 记录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三源合并，8 类故障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097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 / 5404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48840" y="1682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领域文献 / 分块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两路 RRF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097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/ 190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0" y="1682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故障图谱节点 / 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带文献支持数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32120" y="1682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 训练样本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口语化改写后（百炼格式）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1097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23760" y="1682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个文件全过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023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77440"/>
            <a:ext cx="64008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688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四份评测集（中期时只有模拟数据）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D10 端到端 196 条：8 类场景，金标必要动作 + 关键参数 + 证据来源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D11 故障注入 300 条：四类工程约束 × 15 子类错误 + 100 干净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D12 部分观测 1500 条：从真实 DGA 遮蔽 1-3 种气体，轻 / 中 / 重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D13 偏好对：候选打分配对管线，demo 50 / 60 对，正式 ≥1200 待训练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023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77440"/>
            <a:ext cx="64008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688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合成数据只用于流程回归，assert_not_synthetic 硬拦进评测 / 训练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切分 sha256 封存（SEALED.md），train vs test 泄漏 0 对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每份数据有 DATA_CARD；来源、许可、格式、字段统一在 data_and_evaluation.md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reproduce.sh 一键离线复现：dga → kb → kg → 反思 → 训练数据 → B / C / D / E → test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基线：通用 Planner 为何不够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qwen3.7-flash 作 Planner、全工具打开（mode2），D10 前 50 条端到端 + 分层 100 条离线 7 指标。基线低不是坏事：它把三条主线要解决的问题量化出来了。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46.0%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1854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任务成功率（mode2 基线）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66160" y="21854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金标 Planner 上界（196 条）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377440" cy="822960"/>
          </a:xfrm>
          <a:prstGeom prst="rect">
            <a:avLst/>
          </a:prstGeom>
          <a:solidFill>
            <a:srgbClr val="E6F0F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pt 差距 = 三条主线要填的空间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71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不会问 → 主线一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ask_user 场景追问正确率 0%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条应追问样本全部直接用默认参数调 ett_forecast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追问正确率（离线）66.7%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8803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880360"/>
            <a:ext cx="64008" cy="1691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971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不会停、不会改 → 主线三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33756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多轮决策点该结束时 100% 再发调用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工具报错后错误恢复成功率 0%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kg_search 12 次中 11 次漏 hops 参数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8803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880360"/>
            <a:ext cx="64008" cy="1691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9718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结论没法核对 → 主线二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33756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忠实度只能用证据锚点代理 0.795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Validator 对注入错误通过率 100%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无法判断哪一句结论没有依据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主线一：EIG 主动诊断规划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已验收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pic>
        <p:nvPicPr>
          <p:cNvPr id="7" name="Image 0" descr="/Users/ts/Desktop/thu/multi_Agent/docs/figures/fig_b1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1828800"/>
          </a:xfrm>
          <a:prstGeom prst="rect">
            <a:avLst/>
          </a:prstGeom>
        </p:spPr>
      </p:pic>
      <p:pic>
        <p:nvPicPr>
          <p:cNvPr id="8" name="Image 1" descr="/Users/ts/Desktop/thu/multi_Agent/docs/figures/fig_b5_acc_vs_qu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278892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左：5 折校准前后可靠性图　右：四种问询策略 Top-1 随问询次数变化（D12 1500 条）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" y="32461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3246120"/>
            <a:ext cx="64008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3337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归因引擎校准（B-1）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ECE 0.101 → 0.055，Top-1 +3.0 pt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按类别可学习融合权重 + 温度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32461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3246120"/>
            <a:ext cx="64008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3337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EIG 主动追问（B-2 ~ B-5）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Top-1 下问询 −27%（2.79 → 2.04，p&lt;0.0001）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0.85 → 0.26；Planner 接入 ask / call_tool / conclude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324612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3246120"/>
            <a:ext cx="64008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0" y="3337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关键消融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217920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不校准的引擎跑同一 EIG 策略 Top-1 仅 0.383（校准后 0.660）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结论：不校准就不能问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主线二：声明级证据验证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已验收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pic>
        <p:nvPicPr>
          <p:cNvPr id="7" name="Image 0" descr="/Users/ts/Desktop/thu/multi_Agent/docs/figures/fig_c5_pass_vs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85216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35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D11 300 条故障注入：v1 整体评分 vs v2 声明核查 vs v2 核查 + 补证（零 LLM，Token = 0）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92240" y="1005840"/>
            <a:ext cx="2194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005840"/>
            <a:ext cx="64008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0972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做了什么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146304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 先输出 claims JSON，每条带类型与 evidence[]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ClaimChecker 逐条核对 DATA / EVIDENCE / APPLICABILITY / SAFETY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 三路路由：修订 / 补证重规划 / 弃答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→ 3%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7200" y="4014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错误通过率（干净样本误报 0）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06040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36.4% → 7.2%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606040" y="4014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无依据结论率（E2 缺证场景）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3429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63% → 3%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46320" y="4014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弃答率：只核查 vs 核查 + 补证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12280" y="34290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+1.6 次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812280" y="40142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补证的代价：每样本额外工具调用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主线三离线部分与五级协议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64008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972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主线三（D）已就位的部分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训练数据：3482 种子 → 口语化改写 4538 条（守卫拒 961）→ 百炼 ChatML 7001 / 1301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偏好打分函数：format / tool / schema / business / faith / ask 六维，6 类扰动排序方向全对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D13-exec（只看工具执行）与 D13-full（+追问一致 + 声明忠实）两套信号，用于消融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百炼 SFT / DPO 提交脚本与请求体（submit_job.py），dry-run 通过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64008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论文第 5 章素材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问题定义、训练路线表、消融设计、与 ToolRL / ARTIST / Deep-DxSearch 的差异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数字留空待 D-4 回填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五级增量模式（E-1，第 6 章主表的列）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24028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相对上一级新增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llm_only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无工具，LLM 直答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tool_base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五工具 + 检索 + 图谱 + 反思；自由规划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工程基座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active_plan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校准归因 + EIG；Planner 主动策略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主线一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claim_verify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claims 输出 + 声明核查 + 补证路由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主线二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dpo_planner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Planner 换为 DPO 模型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主线三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66344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相邻只差一组开关，单元测试断言；resolve_mode 可交叉对照（如 mode4 + 基座 Planner）。Oracle 上界 97.4% 已用该协议跑出。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3977640"/>
            <a:ext cx="4023360" cy="594360"/>
          </a:xfrm>
          <a:prstGeom prst="rect">
            <a:avLst/>
          </a:prstGeom>
          <a:solidFill>
            <a:srgbClr val="E6F0F5"/>
          </a:solidFill>
          <a:ln w="12700">
            <a:solidFill>
              <a:srgbClr val="E6F0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39776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顺带完成：Streamlit 前端支持五级切换与六项覆盖；技术报告 v2、速览卡、三条主线执行轨迹文档。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 · 34 项，按所需资源分为四类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65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3520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43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需百炼账号 · 15 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1645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D-1 上传训练集，efficient_sft 训 M1，部署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D-1 M1 离线 7 指标（与 M0 并列）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D-2 用 M1 / M0 采样正式候选 ≥1200 对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D-3 dpo_lora 训 M4-exec / M4-full，部署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D-4 四模型矩阵 × 2 seed，写 planner_dpo_eval.md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1051560"/>
            <a:ext cx="1965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051560"/>
            <a:ext cx="64008" cy="3520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43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LLM 费用 · 8 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1508760"/>
            <a:ext cx="1645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E-2 正式评测：196 × 五级 × 2 次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E-2 交叉对照、LLM 裁判 + 10% 人工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E-2 写 system_modes_eval.md 与图表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E-3 鲁棒性：D11 上 mode2 vs mode5、D12 重档 mode2 vs mode3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C-5 语义层 LLM 判定人工一致率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预估几十元，等 D 阶段模型就位后一次跑完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1051560"/>
            <a:ext cx="1965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51560"/>
            <a:ext cx="64008" cy="3520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143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需本人动手 · 7 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9744" y="1508760"/>
            <a:ext cx="1645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D9 反思 298 对人工评分，算 Kappa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 56 条三元组精度人工确认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D10 196 条参考要点复核（E-2 前置）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D-2 偏好对 100 对方向复核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数据来源核实或移除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IEC TC 10 案例库外部检验（可选）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历史泄漏 API Key 撤销重建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11696" y="1051560"/>
            <a:ext cx="19659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1051560"/>
            <a:ext cx="64008" cy="3520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143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收尾 · 4 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1508760"/>
            <a:ext cx="1645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三份报告数字回填：baseline 已有，planner_dpo_eval / system_modes_eval 待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PNG 重绘（加 EIG 与声明核查器）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 v2-final tag，对照 baseline-v0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3-6 章实验小节初稿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下一步计划：一条依赖链，两个月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0"/>
          </a:xfrm>
          <a:prstGeom prst="line">
            <a:avLst/>
          </a:prstGeom>
          <a:noFill/>
          <a:ln w="254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426464"/>
            <a:ext cx="292608" cy="292608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月下旬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5727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1572768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D-1 SFT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0428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→ 训练 → 部署 M1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7 指标 vs M0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61488" y="1426464"/>
            <a:ext cx="292608" cy="292608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0972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21408" y="1874520"/>
            <a:ext cx="15727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21408" y="1874520"/>
            <a:ext cx="1572768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D-2 / D-3 DPO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12848" y="230428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采样候选 → 打分配对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对复核 → 训 M4 ×2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25696" y="1426464"/>
            <a:ext cx="292608" cy="292608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0972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1874520"/>
            <a:ext cx="15727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85616" y="1874520"/>
            <a:ext cx="1572768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D-4 矩阵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7056" y="230428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 / M1 / M4-exec / M4-full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验证信号 vs 执行信号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1426464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10972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9824" y="1874520"/>
            <a:ext cx="15727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9824" y="1874520"/>
            <a:ext cx="157276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41264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E-2 正式评测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30428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 × 五级 × 2 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裁判 + 人工复核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54112" y="1426464"/>
            <a:ext cx="292608" cy="292608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14032" y="10972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14032" y="1874520"/>
            <a:ext cx="15727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14032" y="1874520"/>
            <a:ext cx="15727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固化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05472" y="2304288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v2-final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 章实验小节初稿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337560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337560"/>
            <a:ext cx="64008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429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并行进行的人工项（不阻塞脚本）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37947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D9 Kappa、图谱 56 条、D10 复核合计约 4 小时，可在等训练时完成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D10 复核必须在 E-2 之前，否则忠实度分不可信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337560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337560"/>
            <a:ext cx="64008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429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验收口径（每步过了再进下一步）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46320" y="37947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SFT：参数正确率 61% → ≥80% 即通过，不追求全指标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DPO：看 M4-full 是否在「该问」「该停」场景优于 M4-exec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017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风险与需要的支持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0" y="384048"/>
            <a:ext cx="17373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变压器故障诊断多智能体系统 · 进度汇报 · 2026-09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43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1：主线三尚无任何模型数字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论文闭环点全压在 D 阶段；若百炼 DPO 对 qwen3-8b 不可用，切魔搭 ms-swift 备选路线（脚本已保留）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M4-full 与 M4-exec 无显著差异，口径改为「DPO 有效但信号来源不敏感」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64008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2：评测集问法与改写模型同源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训练问法由 qwen3.7-flash 改写，M0 基线也是它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对策：D10 来自封存 test 且人工复核；E-2 加 10% 人工裁判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803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3：D12 只揭示气体征兆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EIG 目前推荐「问哪种气体」，不是「去做什么检测」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对策：如时间允许加入油温 / 局放等非 DGA 征兆；否则在局限中如实写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023360" cy="1783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需要的支持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6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百炼账号与训练费用（SFT 3 epoch + DPO 2 epoch × 2 模型，按 Token 计费）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6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评测费用（E-2 约 2000 次调用，预估几十元）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6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第二位标注人：D9 反思评分与图谱抽检需双人标注算 Kappa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 8 章量化目标（mode5 成功率 ≥65% 等）的意见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中期之后完成了叙事升级：从「能诊断」到「诊断可信」。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主线一、主线二已有完整方法、数据与验收数字，较计划提前约 8 周；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主线三与系统级评测的脚本全部就位，剩余 34 项无一被代码阻塞，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接下来两个月的核心是拿到百炼账号、跑出 M1 / M4，把第 5、6 章的表填满。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7498080" cy="8686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C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附录（仓库 docs/）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技术报告_v2.md 全文 · 速览卡.md 一页版 · walkthrough_traces.md 三条主线真实执行轨迹 · baseline.md / attribution_calibration.md / active_planning_eval.md / validator_eval.md 验收报告 · PLAN_优化计划清单.md §0.6 进度表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证据可信的变压器故障诊断多智能体系统 进度汇报</dc:title>
  <dc:subject>PptxGenJS Presentation</dc:subject>
  <dc:creator>进度汇报</dc:creator>
  <cp:lastModifiedBy>进度汇报</cp:lastModifiedBy>
  <cp:revision>1</cp:revision>
  <dcterms:created xsi:type="dcterms:W3CDTF">2026-09-18T03:08:08Z</dcterms:created>
  <dcterms:modified xsi:type="dcterms:W3CDTF">2026-09-18T03:08:08Z</dcterms:modified>
</cp:coreProperties>
</file>